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handoutMasterIdLst>
    <p:handoutMasterId r:id="rId3"/>
  </p:handoutMasterIdLst>
  <p:sldIdLst>
    <p:sldId id="257" r:id="rId2"/>
  </p:sldIdLst>
  <p:sldSz cx="6858000" cy="9144000" type="screen4x3"/>
  <p:notesSz cx="6889750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72">
          <p15:clr>
            <a:srgbClr val="A4A3A4"/>
          </p15:clr>
        </p15:guide>
        <p15:guide id="2" pos="21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567"/>
    <p:restoredTop sz="96336"/>
  </p:normalViewPr>
  <p:slideViewPr>
    <p:cSldViewPr>
      <p:cViewPr varScale="1">
        <p:scale>
          <a:sx n="93" d="100"/>
          <a:sy n="93" d="100"/>
        </p:scale>
        <p:origin x="-3096" y="-96"/>
      </p:cViewPr>
      <p:guideLst>
        <p:guide orient="horz" pos="2872"/>
        <p:guide pos="21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4" y="15"/>
            <a:ext cx="2985558" cy="501092"/>
          </a:xfrm>
          <a:prstGeom prst="rect">
            <a:avLst/>
          </a:prstGeom>
        </p:spPr>
        <p:txBody>
          <a:bodyPr vert="horz" lIns="92284" tIns="46140" rIns="92284" bIns="4614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2606" y="15"/>
            <a:ext cx="2985558" cy="501092"/>
          </a:xfrm>
          <a:prstGeom prst="rect">
            <a:avLst/>
          </a:prstGeom>
        </p:spPr>
        <p:txBody>
          <a:bodyPr vert="horz" lIns="92284" tIns="46140" rIns="92284" bIns="46140"/>
          <a:lstStyle>
            <a:lvl1pPr algn="r">
              <a:defRPr sz="1200"/>
            </a:lvl1pPr>
          </a:lstStyle>
          <a:p>
            <a:pPr lvl="0"/>
            <a:fld id="{6C5FED9B-DCA9-4D17-8945-7B2A82E47254}" type="datetime1">
              <a:rPr lang="ko-KR" altLang="en-US"/>
              <a:pPr lvl="0"/>
              <a:t>2026-10-13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4" y="9519067"/>
            <a:ext cx="2985558" cy="501092"/>
          </a:xfrm>
          <a:prstGeom prst="rect">
            <a:avLst/>
          </a:prstGeom>
        </p:spPr>
        <p:txBody>
          <a:bodyPr vert="horz" lIns="92284" tIns="46140" rIns="92284" bIns="4614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2606" y="9519067"/>
            <a:ext cx="2985558" cy="501092"/>
          </a:xfrm>
          <a:prstGeom prst="rect">
            <a:avLst/>
          </a:prstGeom>
        </p:spPr>
        <p:txBody>
          <a:bodyPr vert="horz" lIns="92284" tIns="46140" rIns="92284" bIns="46140" anchor="b"/>
          <a:lstStyle>
            <a:lvl1pPr algn="r">
              <a:defRPr sz="1200"/>
            </a:lvl1pPr>
          </a:lstStyle>
          <a:p>
            <a:pPr lvl="0"/>
            <a:fld id="{5D5520C0-4E61-4731-9E96-DD08A56B93AA}" type="slidenum">
              <a:rPr lang="ko-KR" altLang="en-US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96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6B0939D-0A84-454C-A99F-D40056656FD1}" type="datetimeFigureOut">
              <a:rPr lang="ko-KR" altLang="en-US"/>
              <a:pPr lvl="0">
                <a:defRPr lang="ko-KR" altLang="en-US"/>
              </a:pPr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7FA092-EE72-4FA5-BEF8-04C52A9C2740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46B0939D-0A84-454C-A99F-D40056656FD1}" type="datetimeFigureOut">
              <a:rPr lang="ko-KR" altLang="en-US"/>
              <a:pPr lvl="0"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F7FA092-EE72-4FA5-BEF8-04C52A9C2740}" type="slidenum">
              <a:rPr lang="ko-KR" altLang="en-US"/>
              <a:pPr lvl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 l="9790" t="850"/>
          <a:stretch>
            <a:fillRect/>
          </a:stretch>
        </p:blipFill>
        <p:spPr>
          <a:xfrm>
            <a:off x="-16396" y="0"/>
            <a:ext cx="6890791" cy="9182972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1412776" y="1547664"/>
            <a:ext cx="4104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04800" latinLnBrk="0" hangingPunct="0">
              <a:spcBef>
                <a:spcPct val="0"/>
              </a:spcBef>
              <a:spcAft>
                <a:spcPct val="0"/>
              </a:spcAft>
              <a:tabLst>
                <a:tab pos="630078" algn="l"/>
              </a:tabLst>
            </a:pPr>
            <a:r>
              <a:rPr lang="ko-KR" altLang="ko-KR" sz="3600" b="1" i="0">
                <a:latin typeface="HY견명조"/>
                <a:ea typeface="HY견명조"/>
                <a:cs typeface="Times New Roman"/>
              </a:rPr>
              <a:t>주</a:t>
            </a:r>
            <a:r>
              <a:rPr lang="en-US" altLang="ko-KR" sz="3600" b="1" i="0">
                <a:latin typeface="HY견명조"/>
                <a:ea typeface="HY견명조"/>
                <a:cs typeface="Times New Roman"/>
              </a:rPr>
              <a:t> </a:t>
            </a:r>
            <a:r>
              <a:rPr lang="ko-KR" altLang="ko-KR" sz="3600" b="1" i="0">
                <a:latin typeface="HY견명조"/>
                <a:ea typeface="HY견명조"/>
                <a:cs typeface="Times New Roman"/>
              </a:rPr>
              <a:t>요</a:t>
            </a:r>
            <a:r>
              <a:rPr lang="en-US" altLang="ko-KR" sz="3600" b="1" i="0">
                <a:latin typeface="HY견명조"/>
                <a:ea typeface="HY견명조"/>
                <a:cs typeface="Times New Roman"/>
              </a:rPr>
              <a:t> </a:t>
            </a:r>
            <a:r>
              <a:rPr lang="ko-KR" altLang="ko-KR" sz="3600" b="1" i="0">
                <a:latin typeface="HY견명조"/>
                <a:ea typeface="HY견명조"/>
                <a:cs typeface="Times New Roman"/>
              </a:rPr>
              <a:t>장</a:t>
            </a:r>
            <a:r>
              <a:rPr lang="en-US" altLang="ko-KR" sz="3600" b="1" i="0">
                <a:latin typeface="HY견명조"/>
                <a:ea typeface="HY견명조"/>
                <a:cs typeface="Times New Roman"/>
              </a:rPr>
              <a:t> </a:t>
            </a:r>
            <a:r>
              <a:rPr lang="ko-KR" altLang="en-US" sz="3600" b="1">
                <a:latin typeface="HY견명조"/>
                <a:ea typeface="HY견명조"/>
                <a:cs typeface="Times New Roman"/>
              </a:rPr>
              <a:t>례</a:t>
            </a:r>
            <a:r>
              <a:rPr lang="en-US" altLang="ko-KR" sz="3600" b="1" i="0">
                <a:latin typeface="HY견명조"/>
                <a:ea typeface="HY견명조"/>
                <a:cs typeface="Times New Roman"/>
              </a:rPr>
              <a:t> </a:t>
            </a:r>
            <a:r>
              <a:rPr lang="ko-KR" altLang="ko-KR" sz="3600" b="1" i="0">
                <a:latin typeface="HY견명조"/>
                <a:ea typeface="HY견명조"/>
                <a:cs typeface="Times New Roman"/>
              </a:rPr>
              <a:t>일</a:t>
            </a:r>
            <a:r>
              <a:rPr lang="en-US" altLang="ko-KR" sz="3600" b="1" i="0">
                <a:latin typeface="HY견명조"/>
                <a:ea typeface="HY견명조"/>
                <a:cs typeface="Times New Roman"/>
              </a:rPr>
              <a:t> </a:t>
            </a:r>
            <a:r>
              <a:rPr lang="ko-KR" altLang="ko-KR" sz="3600" b="1" i="0">
                <a:latin typeface="HY견명조"/>
                <a:ea typeface="HY견명조"/>
                <a:cs typeface="Times New Roman"/>
              </a:rPr>
              <a:t>정</a:t>
            </a:r>
            <a:endParaRPr lang="ko-KR" altLang="ko-KR" sz="800" b="1" i="0">
              <a:latin typeface="HY견명조"/>
              <a:ea typeface="HY견명조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122898" y="124520"/>
            <a:ext cx="6646202" cy="91874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6395" y="179512"/>
            <a:ext cx="39824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ko-KR" altLang="en-US" sz="3200" b="1" dirty="0">
                <a:latin typeface="HY견명조"/>
                <a:ea typeface="HY견명조"/>
              </a:rPr>
              <a:t>{{NAME}}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" y="2627784"/>
            <a:ext cx="6881588" cy="4435573"/>
          </a:xfrm>
          <a:prstGeom prst="rect">
            <a:avLst/>
          </a:prstGeom>
        </p:spPr>
        <p:txBody>
          <a:bodyPr wrap="square">
            <a:spAutoFit/>
          </a:bodyPr>
          <a:lstStyle/>
          {{BODY}}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alphaModFix/>
            <a:lum/>
          </a:blip>
          <a:srcRect/>
          <a:stretch>
            <a:fillRect/>
          </a:stretch>
        </p:blipFill>
        <p:spPr>
          <a:xfrm>
            <a:off x="1556792" y="2195736"/>
            <a:ext cx="3744416" cy="171450"/>
          </a:xfrm>
          <a:prstGeom prst="rect">
            <a:avLst/>
          </a:prstGeom>
          <a:noFill/>
        </p:spPr>
      </p:pic>
      <p:sp>
        <p:nvSpPr>
          <p:cNvPr id="13" name="직사각형 12"/>
          <p:cNvSpPr/>
          <p:nvPr/>
        </p:nvSpPr>
        <p:spPr>
          <a:xfrm>
            <a:off x="122898" y="7719258"/>
            <a:ext cx="6646202" cy="1175748"/>
          </a:xfrm>
          <a:prstGeom prst="rect">
            <a:avLst/>
          </a:prstGeom>
          <a:solidFill>
            <a:schemeClr val="bg1">
              <a:lumMod val="75000"/>
              <a:alpha val="54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-99392" y="7893365"/>
            <a:ext cx="6336992" cy="823623"/>
          </a:xfrm>
          <a:prstGeom prst="rect">
            <a:avLst/>
          </a:prstGeom>
        </p:spPr>
        <p:txBody>
          <a:bodyPr wrap="square">
            <a:spAutoFit/>
          </a:bodyPr>
          <a:lstStyle/>
          {{FOOT}}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</Words>
  <Application>Microsoft Office PowerPoint</Application>
  <PresentationFormat>화면 슬라이드 쇼(4:3)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Manager/>
  <Company>Your Company Name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주요 장례일정</dc:title>
  <dc:subject/>
  <dc:creator/>
  <cp:keywords/>
  <dc:description/>
  <cp:lastModifiedBy/>
  <cp:revision>161</cp:revision>
  <dcterms:created xsi:type="dcterms:W3CDTF">2013-05-17T04:21:07Z</dcterms:created>
  <dcterms:modified xsi:type="dcterms:W3CDTF">2026-10-13T06:44:11Z</dcterms:modified>
  <cp:category/>
  <cp:contentStatus/>
</cp:coreProperties>
</file>